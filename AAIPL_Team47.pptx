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804101F3-F8FA-4F8F-87B7-3E48343D5B56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150D728-5551-4FEA-A8B1-64F0B29ABE69}" type="slidenum">
              <a:rPr lang="en-GB" smtClean="0"/>
              <a:t>‹#›</a:t>
            </a:fld>
            <a:endParaRPr lang="en-GB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42289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101F3-F8FA-4F8F-87B7-3E48343D5B56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0D728-5551-4FEA-A8B1-64F0B29ABE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9424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101F3-F8FA-4F8F-87B7-3E48343D5B56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0D728-5551-4FEA-A8B1-64F0B29ABE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9793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101F3-F8FA-4F8F-87B7-3E48343D5B56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0D728-5551-4FEA-A8B1-64F0B29ABE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84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101F3-F8FA-4F8F-87B7-3E48343D5B56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0D728-5551-4FEA-A8B1-64F0B29ABE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267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101F3-F8FA-4F8F-87B7-3E48343D5B56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0D728-5551-4FEA-A8B1-64F0B29ABE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9883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101F3-F8FA-4F8F-87B7-3E48343D5B56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0D728-5551-4FEA-A8B1-64F0B29ABE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8777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101F3-F8FA-4F8F-87B7-3E48343D5B56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0D728-5551-4FEA-A8B1-64F0B29ABE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01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101F3-F8FA-4F8F-87B7-3E48343D5B56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0D728-5551-4FEA-A8B1-64F0B29ABE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996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101F3-F8FA-4F8F-87B7-3E48343D5B56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0D728-5551-4FEA-A8B1-64F0B29ABE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3847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101F3-F8FA-4F8F-87B7-3E48343D5B56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0D728-5551-4FEA-A8B1-64F0B29ABE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406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101F3-F8FA-4F8F-87B7-3E48343D5B56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0D728-5551-4FEA-A8B1-64F0B29ABE69}" type="slidenum">
              <a:rPr lang="en-GB" smtClean="0"/>
              <a:t>‹#›</a:t>
            </a:fld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339183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101F3-F8FA-4F8F-87B7-3E48343D5B56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0D728-5551-4FEA-A8B1-64F0B29ABE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80691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101F3-F8FA-4F8F-87B7-3E48343D5B56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0D728-5551-4FEA-A8B1-64F0B29ABE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57480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101F3-F8FA-4F8F-87B7-3E48343D5B56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0D728-5551-4FEA-A8B1-64F0B29ABE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60465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101F3-F8FA-4F8F-87B7-3E48343D5B56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0D728-5551-4FEA-A8B1-64F0B29ABE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6114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101F3-F8FA-4F8F-87B7-3E48343D5B56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0D728-5551-4FEA-A8B1-64F0B29ABE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16664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101F3-F8FA-4F8F-87B7-3E48343D5B56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0D728-5551-4FEA-A8B1-64F0B29ABE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6746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804101F3-F8FA-4F8F-87B7-3E48343D5B56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7150D728-5551-4FEA-A8B1-64F0B29ABE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519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  <p:sldLayoutId id="2147483750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wo cartoon characters in black and red clothing">
            <a:extLst>
              <a:ext uri="{FF2B5EF4-FFF2-40B4-BE49-F238E27FC236}">
                <a16:creationId xmlns:a16="http://schemas.microsoft.com/office/drawing/2014/main" id="{968C74FB-A9B3-90F3-F8B4-D1605D0E2A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0" y="10886"/>
            <a:ext cx="12191980" cy="6857990"/>
          </a:xfrm>
          <a:prstGeom prst="rect">
            <a:avLst/>
          </a:prstGeom>
          <a:noFill/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90D3C3C2-54CB-6A13-34FA-962F096402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1348" y="4553344"/>
            <a:ext cx="2667000" cy="1655762"/>
          </a:xfrm>
        </p:spPr>
        <p:txBody>
          <a:bodyPr>
            <a:normAutofit/>
          </a:bodyPr>
          <a:lstStyle/>
          <a:p>
            <a:pPr algn="ctr"/>
            <a:r>
              <a:rPr lang="en-GB" sz="3200" dirty="0">
                <a:solidFill>
                  <a:schemeClr val="bg1"/>
                </a:solidFill>
              </a:rPr>
              <a:t>Finishers</a:t>
            </a:r>
          </a:p>
          <a:p>
            <a:pPr algn="ctr"/>
            <a:r>
              <a:rPr lang="en-GB" sz="3200" dirty="0">
                <a:solidFill>
                  <a:schemeClr val="bg1"/>
                </a:solidFill>
              </a:rPr>
              <a:t>Team47</a:t>
            </a:r>
          </a:p>
        </p:txBody>
      </p:sp>
    </p:spTree>
    <p:extLst>
      <p:ext uri="{BB962C8B-B14F-4D97-AF65-F5344CB8AC3E}">
        <p14:creationId xmlns:p14="http://schemas.microsoft.com/office/powerpoint/2010/main" val="3721682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CADDB-E5A8-D5EE-929D-4BE6627EF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231"/>
            <a:ext cx="10515600" cy="658132"/>
          </a:xfrm>
        </p:spPr>
        <p:txBody>
          <a:bodyPr>
            <a:normAutofit/>
          </a:bodyPr>
          <a:lstStyle/>
          <a:p>
            <a:pPr algn="ctr"/>
            <a:r>
              <a:rPr lang="en-GB" sz="3200" dirty="0"/>
              <a:t>Workflow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F2F5277-A287-EF59-F485-202D7139F8DA}"/>
              </a:ext>
            </a:extLst>
          </p:cNvPr>
          <p:cNvSpPr/>
          <p:nvPr/>
        </p:nvSpPr>
        <p:spPr>
          <a:xfrm>
            <a:off x="217712" y="1835606"/>
            <a:ext cx="5671457" cy="65813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000" dirty="0">
                <a:latin typeface="Amasis MT Pro" panose="02040504050005020304" pitchFamily="18" charset="0"/>
              </a:rPr>
              <a:t>Data generation using Qwen2.5-14B-Instruct </a:t>
            </a:r>
          </a:p>
          <a:p>
            <a:r>
              <a:rPr lang="en-GB" sz="2000" dirty="0">
                <a:latin typeface="Amasis MT Pro" panose="02040504050005020304" pitchFamily="18" charset="0"/>
              </a:rPr>
              <a:t>               (300 samples for each topic)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81745F2-E31F-6D2C-79DE-73DAC97266A7}"/>
              </a:ext>
            </a:extLst>
          </p:cNvPr>
          <p:cNvSpPr/>
          <p:nvPr/>
        </p:nvSpPr>
        <p:spPr>
          <a:xfrm>
            <a:off x="217712" y="3386248"/>
            <a:ext cx="5671457" cy="65813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latin typeface="Amasis MT Pro" panose="02040504050005020304" pitchFamily="18" charset="0"/>
              </a:rPr>
              <a:t>SFT using LoRa for A-Agent </a:t>
            </a:r>
          </a:p>
          <a:p>
            <a:pPr algn="ctr"/>
            <a:r>
              <a:rPr lang="en-GB" sz="2000" dirty="0">
                <a:latin typeface="Amasis MT Pro" panose="02040504050005020304" pitchFamily="18" charset="0"/>
              </a:rPr>
              <a:t>(Base: </a:t>
            </a:r>
            <a:r>
              <a:rPr lang="en-GB" sz="2000" dirty="0" err="1">
                <a:latin typeface="Amasis MT Pro" panose="02040504050005020304" pitchFamily="18" charset="0"/>
              </a:rPr>
              <a:t>Unsloth</a:t>
            </a:r>
            <a:r>
              <a:rPr lang="en-GB" sz="2000" dirty="0">
                <a:latin typeface="Amasis MT Pro" panose="02040504050005020304" pitchFamily="18" charset="0"/>
              </a:rPr>
              <a:t>--Llama-3.1-8B-Instruct)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5D0032-7C6A-8560-75B9-557535B2F9FB}"/>
              </a:ext>
            </a:extLst>
          </p:cNvPr>
          <p:cNvSpPr txBox="1"/>
          <p:nvPr/>
        </p:nvSpPr>
        <p:spPr>
          <a:xfrm>
            <a:off x="2449286" y="1080633"/>
            <a:ext cx="1746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lgerian" panose="04020705040A02060702" pitchFamily="82" charset="0"/>
              </a:rPr>
              <a:t>A-AGENT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F8E3C1-1633-153B-9177-A53617954543}"/>
              </a:ext>
            </a:extLst>
          </p:cNvPr>
          <p:cNvSpPr txBox="1"/>
          <p:nvPr/>
        </p:nvSpPr>
        <p:spPr>
          <a:xfrm>
            <a:off x="8479971" y="1080632"/>
            <a:ext cx="1746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lgerian" panose="04020705040A02060702" pitchFamily="82" charset="0"/>
              </a:rPr>
              <a:t>Q-AGENT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988D96F-2456-EC2A-146E-1D16C12792CD}"/>
              </a:ext>
            </a:extLst>
          </p:cNvPr>
          <p:cNvSpPr/>
          <p:nvPr/>
        </p:nvSpPr>
        <p:spPr>
          <a:xfrm>
            <a:off x="6484752" y="1835606"/>
            <a:ext cx="5141191" cy="65813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000" dirty="0">
                <a:latin typeface="Amasis MT Pro" panose="02040504050005020304" pitchFamily="18" charset="0"/>
              </a:rPr>
              <a:t>Data generation using Qwen2.5-14B-Instruct </a:t>
            </a:r>
          </a:p>
          <a:p>
            <a:r>
              <a:rPr lang="en-GB" sz="2000" dirty="0">
                <a:latin typeface="Amasis MT Pro" panose="02040504050005020304" pitchFamily="18" charset="0"/>
              </a:rPr>
              <a:t>               (300 samples for each topic)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05E376E-5EBB-432C-D0AD-817736A7D2FD}"/>
              </a:ext>
            </a:extLst>
          </p:cNvPr>
          <p:cNvCxnSpPr>
            <a:cxnSpLocks/>
          </p:cNvCxnSpPr>
          <p:nvPr/>
        </p:nvCxnSpPr>
        <p:spPr>
          <a:xfrm>
            <a:off x="9059217" y="2588305"/>
            <a:ext cx="0" cy="670719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1234A97-AFA8-E10C-9F44-C5AC6C432BFF}"/>
              </a:ext>
            </a:extLst>
          </p:cNvPr>
          <p:cNvSpPr/>
          <p:nvPr/>
        </p:nvSpPr>
        <p:spPr>
          <a:xfrm>
            <a:off x="6484751" y="3386248"/>
            <a:ext cx="5141191" cy="65813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latin typeface="Amasis MT Pro" panose="02040504050005020304" pitchFamily="18" charset="0"/>
              </a:rPr>
              <a:t>SFT using LoRa for A-Agent </a:t>
            </a:r>
          </a:p>
          <a:p>
            <a:pPr algn="ctr"/>
            <a:r>
              <a:rPr lang="en-GB" sz="2000" dirty="0">
                <a:latin typeface="Amasis MT Pro" panose="02040504050005020304" pitchFamily="18" charset="0"/>
              </a:rPr>
              <a:t>(Base: </a:t>
            </a:r>
            <a:r>
              <a:rPr lang="en-GB" sz="2000" dirty="0" err="1">
                <a:latin typeface="Amasis MT Pro" panose="02040504050005020304" pitchFamily="18" charset="0"/>
              </a:rPr>
              <a:t>Unsloth</a:t>
            </a:r>
            <a:r>
              <a:rPr lang="en-GB" sz="2000" dirty="0">
                <a:latin typeface="Amasis MT Pro" panose="02040504050005020304" pitchFamily="18" charset="0"/>
              </a:rPr>
              <a:t>--Llama-3.1-8B-Instruct) 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01B09F2-D0A7-71FE-41F9-7C332A5CC34D}"/>
              </a:ext>
            </a:extLst>
          </p:cNvPr>
          <p:cNvCxnSpPr>
            <a:cxnSpLocks/>
          </p:cNvCxnSpPr>
          <p:nvPr/>
        </p:nvCxnSpPr>
        <p:spPr>
          <a:xfrm>
            <a:off x="3159160" y="2588304"/>
            <a:ext cx="0" cy="670719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E39D7A2-F841-9447-5169-A7D901BC2306}"/>
              </a:ext>
            </a:extLst>
          </p:cNvPr>
          <p:cNvSpPr/>
          <p:nvPr/>
        </p:nvSpPr>
        <p:spPr>
          <a:xfrm>
            <a:off x="6484751" y="4871776"/>
            <a:ext cx="5141191" cy="95477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latin typeface="Amasis MT Pro" panose="02040504050005020304" pitchFamily="18" charset="0"/>
              </a:rPr>
              <a:t>Self-Play Evaluation Loop</a:t>
            </a:r>
          </a:p>
          <a:p>
            <a:pPr algn="ctr"/>
            <a:r>
              <a:rPr lang="en-GB" sz="2000" dirty="0">
                <a:latin typeface="Amasis MT Pro" panose="02040504050005020304" pitchFamily="18" charset="0"/>
              </a:rPr>
              <a:t>(Q-Agent generates an MCQ ---&gt; A-Agent answers ---&gt; Reward/Score)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33696F8-556A-5C69-59B8-916501529203}"/>
              </a:ext>
            </a:extLst>
          </p:cNvPr>
          <p:cNvCxnSpPr>
            <a:cxnSpLocks/>
          </p:cNvCxnSpPr>
          <p:nvPr/>
        </p:nvCxnSpPr>
        <p:spPr>
          <a:xfrm>
            <a:off x="9055346" y="4117849"/>
            <a:ext cx="0" cy="670719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14304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8FA751"/>
      </a:accent1>
      <a:accent2>
        <a:srgbClr val="629D7D"/>
      </a:accent2>
      <a:accent3>
        <a:srgbClr val="5A7AAB"/>
      </a:accent3>
      <a:accent4>
        <a:srgbClr val="AA618F"/>
      </a:accent4>
      <a:accent5>
        <a:srgbClr val="BA5445"/>
      </a:accent5>
      <a:accent6>
        <a:srgbClr val="C8A547"/>
      </a:accent6>
      <a:hlink>
        <a:srgbClr val="91BF1A"/>
      </a:hlink>
      <a:folHlink>
        <a:srgbClr val="ADBE82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CF823853-53CC-4249-AEDB-2EA9F718B2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55</TotalTime>
  <Words>69</Words>
  <Application>Microsoft Office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Algerian</vt:lpstr>
      <vt:lpstr>Amasis MT Pro</vt:lpstr>
      <vt:lpstr>Arial</vt:lpstr>
      <vt:lpstr>Impact</vt:lpstr>
      <vt:lpstr>Main Event</vt:lpstr>
      <vt:lpstr>PowerPoint Presentation</vt:lpstr>
      <vt:lpstr>Workflow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anvitas kukreja</dc:creator>
  <cp:lastModifiedBy>anvitas kukreja</cp:lastModifiedBy>
  <cp:revision>1</cp:revision>
  <dcterms:created xsi:type="dcterms:W3CDTF">2026-02-15T06:51:57Z</dcterms:created>
  <dcterms:modified xsi:type="dcterms:W3CDTF">2026-02-15T07:47:16Z</dcterms:modified>
</cp:coreProperties>
</file>